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914400"/>
            <a:ext cx="1828800" cy="1828800"/>
          </a:xfrm>
          <a:prstGeom prst="ellipse">
            <a:avLst/>
          </a:prstGeom>
          <a:solidFill>
            <a:srgbClr val="1E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0000" y="640000"/>
            <a:ext cx="1371600" cy="1371600"/>
          </a:xfrm>
          <a:prstGeom prst="ellipse">
            <a:avLst/>
          </a:prstGeom>
          <a:solidFill>
            <a:srgbClr val="22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00000"/>
            <a:ext cx="8500000" cy="120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医院信息系统（HIS）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00000"/>
            <a:ext cx="8500000" cy="60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0">
                <a:solidFill>
                  <a:srgbClr val="4A90D9"/>
                </a:solidFill>
              </a:defRPr>
            </a:pPr>
            <a:r>
              <a:t>实验课修改与润色汇报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00000"/>
            <a:ext cx="1600000" cy="54864"/>
          </a:xfrm>
          <a:prstGeom prst="rect">
            <a:avLst/>
          </a:prstGeom>
          <a:solidFill>
            <a:srgbClr val="E8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000000"/>
            <a:ext cx="8500000" cy="40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0">
                <a:solidFill>
                  <a:srgbClr val="AABBDD"/>
                </a:solidFill>
              </a:defRPr>
            </a:pPr>
            <a:r>
              <a:t>医学信息学系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00000"/>
            <a:ext cx="8500000" cy="40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0">
                <a:solidFill>
                  <a:srgbClr val="99AACC"/>
                </a:solidFill>
              </a:defRPr>
            </a:pPr>
            <a:r>
              <a:t>丁海龙 老师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2743200" cy="60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0000"/>
            <a:ext cx="914400" cy="54864"/>
          </a:xfrm>
          <a:prstGeom prst="rect">
            <a:avLst/>
          </a:prstGeom>
          <a:solidFill>
            <a:srgbClr val="E8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00000"/>
            <a:ext cx="548640" cy="41148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914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项目概述与环境配置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50000"/>
            <a:ext cx="548640" cy="41148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14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实验课1: 登录页面优化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00000"/>
            <a:ext cx="548640" cy="41148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914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实验课2: 挂号功能完善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50000"/>
            <a:ext cx="548640" cy="41148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414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实验课3: 病历管理增强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1200000"/>
            <a:ext cx="548640" cy="41148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1520" y="1291440"/>
            <a:ext cx="650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实验课4: 医嘱开立优化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1750000"/>
            <a:ext cx="548640" cy="41148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1520" y="1841440"/>
            <a:ext cx="650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实验课5: 支付流程同步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300000"/>
            <a:ext cx="548640" cy="41148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1520" y="2391440"/>
            <a:ext cx="650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实验课6: 数据可视化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2850000"/>
            <a:ext cx="548640" cy="41148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1520" y="2941440"/>
            <a:ext cx="650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实验课7: 检验申请模块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0000" y="3400000"/>
            <a:ext cx="548640" cy="41148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1520" y="3491440"/>
            <a:ext cx="650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0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项目概述与环境配置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0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实验课1: 登录页面优化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0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实验课2: 挂号功能完善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0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实验课3: 病历管理增强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0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实验课4: 医嘱开立优化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0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实验课5: 支付流程同步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0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实验课6: 数据可视化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0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实验课7: 检验申请模块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